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1cadaba1634567" /><Relationship Type="http://schemas.openxmlformats.org/officeDocument/2006/relationships/extended-properties" Target="/docProps/app.xml" Id="R10d1b0cd29e144f1" /><Relationship Type="http://schemas.openxmlformats.org/officeDocument/2006/relationships/officeDocument" Target="/ppt/presentation.xml" Id="R38020e5b03a34a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e0cc8c48924ace"/>
  </p:sldMasterIdLst>
  <p:notesMasterIdLst>
    <p:notesMasterId xmlns:r="http://schemas.openxmlformats.org/officeDocument/2006/relationships" r:id="Re15fa6804a1049ef"/>
  </p:notesMasterIdLst>
  <p:sldIdLst>
    <p:sldId xmlns:r="http://schemas.openxmlformats.org/officeDocument/2006/relationships" id="256" r:id="R0a32dd25867d4861"/>
    <p:sldId xmlns:r="http://schemas.openxmlformats.org/officeDocument/2006/relationships" id="257" r:id="R2058d98a78fc46ba"/>
    <p:sldId xmlns:r="http://schemas.openxmlformats.org/officeDocument/2006/relationships" id="258" r:id="Rf68e11672090430b"/>
    <p:sldId xmlns:r="http://schemas.openxmlformats.org/officeDocument/2006/relationships" id="259" r:id="R1a3b5ec481a14fbe"/>
    <p:sldId xmlns:r="http://schemas.openxmlformats.org/officeDocument/2006/relationships" id="260" r:id="Rb76793c8928f455e"/>
    <p:sldId xmlns:r="http://schemas.openxmlformats.org/officeDocument/2006/relationships" id="261" r:id="R27958d3d5ee4491c"/>
    <p:sldId xmlns:r="http://schemas.openxmlformats.org/officeDocument/2006/relationships" id="262" r:id="Ra192a914358f4d36"/>
    <p:sldId xmlns:r="http://schemas.openxmlformats.org/officeDocument/2006/relationships" id="263" r:id="R2cfbd77e2ca04324"/>
    <p:sldId xmlns:r="http://schemas.openxmlformats.org/officeDocument/2006/relationships" id="264" r:id="Rdc64a5a0ecbd49f3"/>
    <p:sldId xmlns:r="http://schemas.openxmlformats.org/officeDocument/2006/relationships" id="265" r:id="R406f19cd4870462f"/>
    <p:sldId xmlns:r="http://schemas.openxmlformats.org/officeDocument/2006/relationships" id="266" r:id="R80488878fa464db3"/>
    <p:sldId xmlns:r="http://schemas.openxmlformats.org/officeDocument/2006/relationships" id="267" r:id="R4a49db2090134a5c"/>
    <p:sldId xmlns:r="http://schemas.openxmlformats.org/officeDocument/2006/relationships" id="268" r:id="R618b17f9b5aa417b"/>
    <p:sldId xmlns:r="http://schemas.openxmlformats.org/officeDocument/2006/relationships" id="269" r:id="Rc58a2d656dc14b9b"/>
    <p:sldId xmlns:r="http://schemas.openxmlformats.org/officeDocument/2006/relationships" id="270" r:id="R3722eefb31bb411c"/>
    <p:sldId xmlns:r="http://schemas.openxmlformats.org/officeDocument/2006/relationships" id="271" r:id="R8a4e765d6b9249dd"/>
    <p:sldId xmlns:r="http://schemas.openxmlformats.org/officeDocument/2006/relationships" id="272" r:id="Rb555338e752c4fb3"/>
    <p:sldId xmlns:r="http://schemas.openxmlformats.org/officeDocument/2006/relationships" id="273" r:id="Rc7b877ffa52f4a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804627de734352" /><Relationship Type="http://schemas.openxmlformats.org/officeDocument/2006/relationships/slideMaster" Target="/ppt/slideMasters/slideMaster1.xml" Id="Re9e0cc8c48924ace" /><Relationship Type="http://schemas.openxmlformats.org/officeDocument/2006/relationships/notesMaster" Target="/ppt/notesMasters/notesMaster1.xml" Id="Re15fa6804a1049ef" /><Relationship Type="http://schemas.openxmlformats.org/officeDocument/2006/relationships/presProps" Target="/ppt/presProps.xml" Id="R4377e97514894ddd" /><Relationship Type="http://schemas.openxmlformats.org/officeDocument/2006/relationships/tableStyles" Target="/ppt/tableStyles.xml" Id="Re6aa707f20404b28" /><Relationship Type="http://schemas.openxmlformats.org/officeDocument/2006/relationships/slide" Target="/ppt/slides/slide1.xml" Id="R0a32dd25867d4861" /><Relationship Type="http://schemas.openxmlformats.org/officeDocument/2006/relationships/slide" Target="/ppt/slides/slide2.xml" Id="R2058d98a78fc46ba" /><Relationship Type="http://schemas.openxmlformats.org/officeDocument/2006/relationships/slide" Target="/ppt/slides/slide3.xml" Id="Rf68e11672090430b" /><Relationship Type="http://schemas.openxmlformats.org/officeDocument/2006/relationships/slide" Target="/ppt/slides/slide4.xml" Id="R1a3b5ec481a14fbe" /><Relationship Type="http://schemas.openxmlformats.org/officeDocument/2006/relationships/slide" Target="/ppt/slides/slide5.xml" Id="Rb76793c8928f455e" /><Relationship Type="http://schemas.openxmlformats.org/officeDocument/2006/relationships/slide" Target="/ppt/slides/slide6.xml" Id="R27958d3d5ee4491c" /><Relationship Type="http://schemas.openxmlformats.org/officeDocument/2006/relationships/slide" Target="/ppt/slides/slide7.xml" Id="Ra192a914358f4d36" /><Relationship Type="http://schemas.openxmlformats.org/officeDocument/2006/relationships/slide" Target="/ppt/slides/slide8.xml" Id="R2cfbd77e2ca04324" /><Relationship Type="http://schemas.openxmlformats.org/officeDocument/2006/relationships/slide" Target="/ppt/slides/slide9.xml" Id="Rdc64a5a0ecbd49f3" /><Relationship Type="http://schemas.openxmlformats.org/officeDocument/2006/relationships/slide" Target="/ppt/slides/slide10.xml" Id="R406f19cd4870462f" /><Relationship Type="http://schemas.openxmlformats.org/officeDocument/2006/relationships/slide" Target="/ppt/slides/slide11.xml" Id="R80488878fa464db3" /><Relationship Type="http://schemas.openxmlformats.org/officeDocument/2006/relationships/slide" Target="/ppt/slides/slide12.xml" Id="R4a49db2090134a5c" /><Relationship Type="http://schemas.openxmlformats.org/officeDocument/2006/relationships/slide" Target="/ppt/slides/slide13.xml" Id="R618b17f9b5aa417b" /><Relationship Type="http://schemas.openxmlformats.org/officeDocument/2006/relationships/slide" Target="/ppt/slides/slide14.xml" Id="Rc58a2d656dc14b9b" /><Relationship Type="http://schemas.openxmlformats.org/officeDocument/2006/relationships/slide" Target="/ppt/slides/slide15.xml" Id="R3722eefb31bb411c" /><Relationship Type="http://schemas.openxmlformats.org/officeDocument/2006/relationships/slide" Target="/ppt/slides/slide16.xml" Id="R8a4e765d6b9249dd" /><Relationship Type="http://schemas.openxmlformats.org/officeDocument/2006/relationships/slide" Target="/ppt/slides/slide17.xml" Id="Rb555338e752c4fb3" /><Relationship Type="http://schemas.openxmlformats.org/officeDocument/2006/relationships/slide" Target="/ppt/slides/slide18.xml" Id="Rc7b877ffa52f4a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fbb73ef1ba4d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e0a2ac069442e7" /><Relationship Type="http://schemas.openxmlformats.org/officeDocument/2006/relationships/notesMaster" Target="/ppt/notesMasters/notesMaster1.xml" Id="R49112e98a18a41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b966eadb944da5" /><Relationship Type="http://schemas.openxmlformats.org/officeDocument/2006/relationships/notesMaster" Target="/ppt/notesMasters/notesMaster1.xml" Id="R5561a2b5ff0949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efa84c7e4e4864" /><Relationship Type="http://schemas.openxmlformats.org/officeDocument/2006/relationships/notesMaster" Target="/ppt/notesMasters/notesMaster1.xml" Id="R22856c3ad7ec4e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a218b4d2244118" /><Relationship Type="http://schemas.openxmlformats.org/officeDocument/2006/relationships/notesMaster" Target="/ppt/notesMasters/notesMaster1.xml" Id="Rff8dc62c53444e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be78356afc4966" /><Relationship Type="http://schemas.openxmlformats.org/officeDocument/2006/relationships/notesMaster" Target="/ppt/notesMasters/notesMaster1.xml" Id="R8118f17e5db540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d702e0173f42a5" /><Relationship Type="http://schemas.openxmlformats.org/officeDocument/2006/relationships/notesMaster" Target="/ppt/notesMasters/notesMaster1.xml" Id="Ra19bf805988348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51f91f47304c70" /><Relationship Type="http://schemas.openxmlformats.org/officeDocument/2006/relationships/notesMaster" Target="/ppt/notesMasters/notesMaster1.xml" Id="Rf2af13d1f92a47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ab738c5fac45cc" /><Relationship Type="http://schemas.openxmlformats.org/officeDocument/2006/relationships/notesMaster" Target="/ppt/notesMasters/notesMaster1.xml" Id="Ra50fb468899b4a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229e1ebbb14011" /><Relationship Type="http://schemas.openxmlformats.org/officeDocument/2006/relationships/notesMaster" Target="/ppt/notesMasters/notesMaster1.xml" Id="R9a4b7cf7d5cb4f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c23a98f98546eb" /><Relationship Type="http://schemas.openxmlformats.org/officeDocument/2006/relationships/notesMaster" Target="/ppt/notesMasters/notesMaster1.xml" Id="Rf552c837a1df42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1a4d77f9984f52" /><Relationship Type="http://schemas.openxmlformats.org/officeDocument/2006/relationships/notesMaster" Target="/ppt/notesMasters/notesMaster1.xml" Id="R430a8234406c4d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75577d55ea485c" /><Relationship Type="http://schemas.openxmlformats.org/officeDocument/2006/relationships/notesMaster" Target="/ppt/notesMasters/notesMaster1.xml" Id="Rb836dd3953bd4fc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98d53fe64a046ec" /><Relationship Type="http://schemas.openxmlformats.org/officeDocument/2006/relationships/notesMaster" Target="/ppt/notesMasters/notesMaster1.xml" Id="Ref4389d0741f416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e37095393848aa" /><Relationship Type="http://schemas.openxmlformats.org/officeDocument/2006/relationships/notesMaster" Target="/ppt/notesMasters/notesMaster1.xml" Id="R926d665eeb7849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a13be2b7f624671" /><Relationship Type="http://schemas.openxmlformats.org/officeDocument/2006/relationships/notesMaster" Target="/ppt/notesMasters/notesMaster1.xml" Id="Ra694203dd50f4a8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4e1ab76e83a4416" /><Relationship Type="http://schemas.openxmlformats.org/officeDocument/2006/relationships/notesMaster" Target="/ppt/notesMasters/notesMaster1.xml" Id="R02ce4a29d81b4bf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3815d0b3bb34e03" /><Relationship Type="http://schemas.openxmlformats.org/officeDocument/2006/relationships/notesMaster" Target="/ppt/notesMasters/notesMaster1.xml" Id="R37838a131a3d450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7c68d1415574d0f" /><Relationship Type="http://schemas.openxmlformats.org/officeDocument/2006/relationships/notesMaster" Target="/ppt/notesMasters/notesMaster1.xml" Id="R96f2018faef541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69939ed59a47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33d59ee6364519" /><Relationship Type="http://schemas.openxmlformats.org/officeDocument/2006/relationships/slideLayout" Target="/ppt/slideLayouts/slideLayout1.xml" Id="R93ba7cca223045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ba7cca223045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a1f0250dc4e14" /><Relationship Type="http://schemas.openxmlformats.org/officeDocument/2006/relationships/notesSlide" Target="/ppt/notesSlides/notesSlide1.xml" Id="Re5706c174ca44f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190e0dfcc4798" /><Relationship Type="http://schemas.openxmlformats.org/officeDocument/2006/relationships/notesSlide" Target="/ppt/notesSlides/notesSlide2.xml" Id="R7d16ba210fde47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97ec7492b4704" /><Relationship Type="http://schemas.openxmlformats.org/officeDocument/2006/relationships/notesSlide" Target="/ppt/notesSlides/notesSlide3.xml" Id="R3c7be96a05d848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25481cab14213" /><Relationship Type="http://schemas.openxmlformats.org/officeDocument/2006/relationships/notesSlide" Target="/ppt/notesSlides/notesSlide4.xml" Id="R1d651e8d2e7446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274be9a0d4dd9" /><Relationship Type="http://schemas.openxmlformats.org/officeDocument/2006/relationships/notesSlide" Target="/ppt/notesSlides/notesSlide5.xml" Id="R6edaaa9e9cc74d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21e734df6427f" /><Relationship Type="http://schemas.openxmlformats.org/officeDocument/2006/relationships/notesSlide" Target="/ppt/notesSlides/notesSlide6.xml" Id="Rb0d3e8d8c57d40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38874653e483f" /><Relationship Type="http://schemas.openxmlformats.org/officeDocument/2006/relationships/notesSlide" Target="/ppt/notesSlides/notesSlide7.xml" Id="Rd20f4daabdbf40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498c41a8247fb" /><Relationship Type="http://schemas.openxmlformats.org/officeDocument/2006/relationships/notesSlide" Target="/ppt/notesSlides/notesSlide8.xml" Id="Rc30b85143d664f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9afb368bd4f42" /><Relationship Type="http://schemas.openxmlformats.org/officeDocument/2006/relationships/notesSlide" Target="/ppt/notesSlides/notesSlide9.xml" Id="R2768d91e6ac944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e78db8a6b4173" /><Relationship Type="http://schemas.openxmlformats.org/officeDocument/2006/relationships/notesSlide" Target="/ppt/notesSlides/notesSlide10.xml" Id="R73d99d1768444a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b195b0068498e" /><Relationship Type="http://schemas.openxmlformats.org/officeDocument/2006/relationships/notesSlide" Target="/ppt/notesSlides/notesSlide11.xml" Id="R488ada0b91da45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0bb98bbc949f2" /><Relationship Type="http://schemas.openxmlformats.org/officeDocument/2006/relationships/notesSlide" Target="/ppt/notesSlides/notesSlide12.xml" Id="Rc946a81657bb42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69f0fe28c46eb" /><Relationship Type="http://schemas.openxmlformats.org/officeDocument/2006/relationships/notesSlide" Target="/ppt/notesSlides/notesSlide13.xml" Id="R2367421f9d274b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d4ea4f1a74341" /><Relationship Type="http://schemas.openxmlformats.org/officeDocument/2006/relationships/notesSlide" Target="/ppt/notesSlides/notesSlide14.xml" Id="R277bcd41a0f741d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392089a764735" /><Relationship Type="http://schemas.openxmlformats.org/officeDocument/2006/relationships/notesSlide" Target="/ppt/notesSlides/notesSlide15.xml" Id="R0b71db6bd69b42f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fd6defded4ccc" /><Relationship Type="http://schemas.openxmlformats.org/officeDocument/2006/relationships/notesSlide" Target="/ppt/notesSlides/notesSlide16.xml" Id="Ra19d7969c5884a1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9a40215574fc3" /><Relationship Type="http://schemas.openxmlformats.org/officeDocument/2006/relationships/notesSlide" Target="/ppt/notesSlides/notesSlide17.xml" Id="Rdcf6b6930b734b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db1201321439c" /><Relationship Type="http://schemas.openxmlformats.org/officeDocument/2006/relationships/notesSlide" Target="/ppt/notesSlides/notesSlide18.xml" Id="R9efef62e70d44f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54FD56-2391-477C-B627-6F1FE9C2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29578-676A-459B-88C7-69ECCB97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-1143000"/>
            <a:ext cx="3905250" cy="390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37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9FB65-C8DC-42B6-806E-59C3FA48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142875"/>
            <a:ext cx="2286000" cy="2286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9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3A6EA-34CE-4A8A-8FFC-84C85668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BA9F1-E700-4281-8786-9497915A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C96E8-F0AA-480A-91A6-A71BC3E2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14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69081-D772-4D53-AFA2-83D1B546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CISRE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FD199-906A-4F59-A5FD-56CA263C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2952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3B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47EE5-B696-4578-B5A9-7AD553D3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F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FE8F2"/>
                </a:solidFill>
                <a:latin typeface="Microsoft YaHei"/>
                <a:ea typeface="Microsoft YaHei"/>
                <a:cs typeface="Microsoft YaHei"/>
              </a:rPr>
              <a:t>立项提案 · 技术评审 · 团队共建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AA650-54C2-4738-B38A-DF66637B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838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让基础设施自解释、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可安全自愈、可证明恢复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0F921-8830-4DE7-9DC7-09AA0454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C7D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7D7E8"/>
                </a:solidFill>
                <a:latin typeface="Microsoft YaHei"/>
                <a:ea typeface="Microsoft YaHei"/>
                <a:cs typeface="Microsoft YaHei"/>
              </a:rPr>
              <a:t>CISRE 5.5.1 以插件、Skill 与受控执行面连接 Kubernetes、数据库、VM、存储、中间件、云资源和网络。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43C13-AFD5-479E-AB54-C2DE9849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714500" cy="571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BAA69-64D5-4517-8CED-81EA8A36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8F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A9C4"/>
                </a:solidFill>
                <a:latin typeface="Microsoft YaHei"/>
                <a:ea typeface="Microsoft YaHei"/>
                <a:cs typeface="Microsoft YaHei"/>
              </a:rPr>
              <a:t>CISRE · 企业统一 SRE 平台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F9828-6D86-46FD-AA05-F74F812C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B8C9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8C9DC"/>
                </a:solidFill>
                <a:latin typeface="Microsoft YaHei"/>
                <a:ea typeface="Microsoft YaHei"/>
                <a:cs typeface="Microsoft YaHei"/>
              </a:rPr>
              <a:t>企业统一 SRE 平台 · 内部协作材料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C2841-970D-4A1B-9B52-1CDB4C3E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B8C9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8C9DC"/>
                </a:solidFill>
                <a:latin typeface="Microsoft YaHei"/>
                <a:ea typeface="Microsoft YaHei"/>
                <a:cs typeface="Microsoft YaHei"/>
              </a:rPr>
              <a:t>1 / 18</a:t>
            </a:r>
          </a:p>
        </p:txBody>
      </p:sp>
    </p:spTree>
    <p:extLst>
      <p:ext uri="{BB962C8B-B14F-4D97-AF65-F5344CB8AC3E}">
        <p14:creationId xmlns:p14="http://schemas.microsoft.com/office/powerpoint/2010/main" val="18131619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BF3104-9CBF-43F0-96D9-6F5DFB50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B5666-1BFE-4E69-A2C2-619ABB72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35653-DB75-478A-A93B-0799831D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14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59912-32B8-49D7-A402-0F23B43D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CISRE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79411-CD11-4F31-9E37-EFEEFB57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rPr>
              <a:t>EXECUTIVE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4B288-C9B9-4A4E-AA96-CF555147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现在已有可落地闭环，下一步是团队共建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C5976-5A37-4364-81C9-42C239C8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8191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DB2F9-2128-41E0-A7FA-88A79C02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企业统一 SRE 平台 · 内部协作材料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C9E25-CA6F-493E-9BA6-D3130686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2 / 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E322B-C576-4758-BE88-C7A0325C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3429000" cy="3571875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EABF2-9ECE-4773-A1E0-B1BA3DDF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" cy="3571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B4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1EDF3-8B25-435C-B41F-F7CF129D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8B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8B48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89A04-9FC7-4D8A-8050-03724273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86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今天已经具备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BA5EB-9087-4F72-89AB-035CF8F5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933700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Kubernetes 真实取证与变更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人工逐项审批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写后回读与新 Pod 验证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Skill 动态路由与 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6461EC-0800-4F22-ADC3-40411933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3571875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020F6-26AE-4BC7-9BC3-294F722E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66675" cy="3571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4AA3EF-4C05-4A9A-9EE2-725FC293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860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9C9A6F-6C8E-4992-A971-EAF53C42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86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正在形成平台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A5EB0C-0D5C-4147-A708-49AC568E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62250"/>
            <a:ext cx="2933700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稳定 Kernel Port 与版本合同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服务依赖与能力模式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事件溯源、回放与分支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Agent Trace 与可视化插件工作台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B0B62-6AC1-4C88-B182-0AF4D00F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429000" cy="3571875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1EF54E-DDD2-435D-8E1C-0116CC40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66675" cy="3571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D7A1D0-52D5-4FCE-A246-EDEF5F2E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B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B8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19D6FD-3573-4CB3-B1C9-9520C5E9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86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需要大家加入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0E9D9E-90C1-4D8A-B33A-BEF1AAE5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62250"/>
            <a:ext cx="2933700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数据库、VM、存储、中间件、云、网络团队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无需修改核心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只交付 Provider、Skill、动作目录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用真实恢复成效共同验收</a:t>
            </a:r>
          </a:p>
        </p:txBody>
      </p:sp>
    </p:spTree>
    <p:extLst>
      <p:ext uri="{BB962C8B-B14F-4D97-AF65-F5344CB8AC3E}">
        <p14:creationId xmlns:p14="http://schemas.microsoft.com/office/powerpoint/2010/main" val="20043270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C2D32B-35C1-46C2-8651-BBFF993D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36D3B-22D4-4DA3-B592-4E2936DC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7515B-8C34-46AB-A0D0-02083D13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14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A6EA8-9C67-492E-B0DC-0DD76FE7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CISRE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9875B-CE16-4913-855C-0BDDF109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rPr>
              <a:t>PAIN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D5856-933F-4766-AE89-99983A5E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三种旧方式都无法证明业务真正恢复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68519-F6A8-4555-8CC2-85DF4DFD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8191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FDAB3-58ED-4120-B27D-39808564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09725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API 2xx、脚本退出码 0、模型说成功，都不是恢复证明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FB848-1A15-472B-8F23-606CC1C9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企业统一 SRE 平台 · 内部协作材料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70E8A-376F-4EA4-B8FE-D4FF9F14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3 / 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3071E-C600-4045-95F3-39C3A5F7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3429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93DC7-6F4D-44C5-8D37-6B60491F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6675" cy="304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28B1C-B7F6-4643-BBA9-9428078F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告警 / 监控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D99FB-1A4D-483E-99D7-AB8FA5B9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9337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告诉我们“有问题”，但不串联日志、Events、配置、存储和依赖，也不沉淀解决办法。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038CF-FF0F-48C9-B510-BD235C2C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042475-439C-468F-AB66-B82F4263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66675" cy="304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AAF893-ABD7-4B4B-A21E-1CBEF27D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812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聊天式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250153-C224-408C-8989-B130C064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57500"/>
            <a:ext cx="29337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能解释和建议，却通常停在方案；没有受控执行、回读、验证和失败换路。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4E20B9-A794-49FC-A802-AC730F16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429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5341A8-39DC-4B68-B3D8-500E0805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66675" cy="304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7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465771-4E64-463B-91B5-2482AE11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脚本 / 人工救火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1B5A88-B92C-4DB6-8EB3-F201CF8C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57500"/>
            <a:ext cx="29337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能执行但缺少统一权限、审批、回滚、爆炸半径和可复用的成功判据。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8A9C8E-DC3B-4916-8687-3B2F77D7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05450"/>
            <a:ext cx="111633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6844E9-BE0E-454D-9948-85993DD2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核心目标：把个人经验变成可审计、可复用、可验证的组织能力。</a:t>
            </a:r>
          </a:p>
        </p:txBody>
      </p:sp>
    </p:spTree>
    <p:extLst>
      <p:ext uri="{BB962C8B-B14F-4D97-AF65-F5344CB8AC3E}">
        <p14:creationId xmlns:p14="http://schemas.microsoft.com/office/powerpoint/2010/main" val="2719646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B9C22EF-D58E-4850-B4D0-79E84D5E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5155C-FBF9-448E-99A6-79807A80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64D11-25AF-4282-A5B7-25437095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14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A204C-77DC-403E-9973-F09E2F2B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CISRE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FF017-96D6-4725-9A19-D83B8865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rPr>
              <a:t>TARGET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3EE3E-E7CF-4441-B00F-79EB90DA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统一完成语义：恢复才算完成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C765B-DEF8-41F5-89BA-32540D6B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8191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8365A-6D20-4252-B0BA-97246C3E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09725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SRE Run 与 AI 巡检共用同一运维内核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AEB92-B61E-4E07-85AF-365680A0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企业统一 SRE 平台 · 内部协作材料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8278F-34F8-48C5-BD9C-6326D4D2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4 / 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23A5E-56A8-4266-A2A4-01098CB7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1123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4E18E-DBC2-413F-8492-84BB3B1E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B2E6A-5CC3-440E-B966-6F1293F1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发现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F8B7DC-92B9-4D01-B2AE-697FAE9B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异常信号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90CE83-2E90-41AD-A132-40918190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52750"/>
            <a:ext cx="133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B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3D60BE-416C-4D73-AF6E-F8699043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860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AB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510A1F-774A-479E-B1E2-839575E5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0300"/>
            <a:ext cx="1123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7EF083-0A00-4F11-87F2-0E153367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0300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9996E-1101-46A6-B87D-A29411CD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860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取证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A819F1-69B6-4825-A400-4F305467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670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当前状态优先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F2F5E-0861-4E01-A015-8D5025B0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52750"/>
            <a:ext cx="133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B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C0B535-6A78-4D0E-B3F8-A0EA84A3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860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AB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088400-E602-4C4D-A167-48DEFBDF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00300"/>
            <a:ext cx="1123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035943-57E7-43B0-9687-83B97243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00300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71F183-CDB9-4601-A347-DF5481BF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860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诊断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F56213-F3DA-4D1A-B463-EC2773FC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670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多假设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B4E73B-0109-4912-8F72-7D231A0D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52750"/>
            <a:ext cx="133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B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725039-6FD4-4B5C-8CB3-92EEA0FB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860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AB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553B87-420B-4A3B-B1E8-4EDFC9C2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00300"/>
            <a:ext cx="1123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193D05-2CD6-4701-86E4-309F5ED7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00300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49CD13-AD18-4DC4-8E64-36B39E2F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40D06A-36CD-416F-881A-E9A256C0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主 Skill 优先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45C4F4-6C26-4B2A-B706-9C422EFF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52750"/>
            <a:ext cx="133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B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75646E-7D6C-47E5-8819-B00A5ABE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860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AB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118E8C-25BA-4148-A2B7-E59DAFDB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00300"/>
            <a:ext cx="1123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9A06A3-FF0A-4EC1-9E08-9F042B86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00300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BCC040-DB0D-4DE1-9291-9B7CCDBA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860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审批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C872F6-91C1-425A-B0A8-8EE82734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670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逐项确认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152F71-8F23-4EFA-987F-7241DF5B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52750"/>
            <a:ext cx="133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B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A57200-E930-41B7-AF5B-83B4C3E6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860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AB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BB32BC-666E-4758-BEFF-A140E4C6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00300"/>
            <a:ext cx="1123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AD1EAD-502A-48CB-932A-A9FB8D36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00300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7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CE1B50-FC2A-44B6-93CD-F07B0C29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860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480285-D939-4A54-BB14-336F60CA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670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类型化动作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760DAC-5ED1-4986-8160-4541F6CB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52750"/>
            <a:ext cx="133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B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A1B0AC-711E-4F23-9557-95CC843C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860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AB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64F53E-9A39-4934-BFBD-F7717A33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1123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39582B-783E-4B66-81CA-4F591B38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945067-7697-42C6-ABB9-B12AF837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回读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C20EE2-8BB1-417D-BECA-F5BA3685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670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同一目标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D3E933-58A5-4451-A167-731A50F3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52750"/>
            <a:ext cx="133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B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2A02AB-9E11-4CC6-B190-2FD992F7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860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AB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3D20C70-16DA-4C96-A5C8-DEA737A3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400300"/>
            <a:ext cx="1123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A102E59-9B6E-437C-B107-D69D1DB9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400300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B4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EA30A62-8D38-4859-B992-D5F530A2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860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7580F1A-EC6D-49A1-8D9F-AC23EDA4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670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稳定窗口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FD9B49B-00E2-4BD5-B18F-62FC20CD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D38D688-D2DB-4ADA-9FD0-B10DF066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243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B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B27A"/>
                </a:solidFill>
                <a:latin typeface="Microsoft YaHei"/>
                <a:ea typeface="Microsoft YaHei"/>
                <a:cs typeface="Microsoft YaHei"/>
              </a:rPr>
              <a:t>未恢复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2309BE5-DDD3-420F-8EB0-3D4C4246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05300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保留失败方案与证据 → 重新排序根因与 Skill → 生成差异化方案 → 再次审批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C2F1DC5-5D8B-42E7-BDDA-A914A7D1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91150"/>
            <a:ext cx="883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只有 Verifier 读取真实新状态并满足成功判据，Records 才记录“已解决”。</a:t>
            </a:r>
          </a:p>
        </p:txBody>
      </p:sp>
    </p:spTree>
    <p:extLst>
      <p:ext uri="{BB962C8B-B14F-4D97-AF65-F5344CB8AC3E}">
        <p14:creationId xmlns:p14="http://schemas.microsoft.com/office/powerpoint/2010/main" val="19323520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45F7ED-9A32-42AC-8695-BA1C9FE0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20210-0679-4B51-9826-79160349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DF402-8A05-49B1-AFE5-4DB6B875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14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6B568-06B6-467D-B8C0-7ED22509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CISRE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588A8-1A21-4C20-89D0-EAC1BA1B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rPr>
              <a:t>CURRENT ASSETS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FC4AA-184E-454B-A30D-382E9E91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CISRE 5.5.1 已具备的生产能力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FA889-9ABB-4DB5-96EA-0B5CE83B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8191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9A573-121B-4C29-AF16-4C3D54BB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企业统一 SRE 平台 · 内部协作材料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ECF49-D377-4007-B54F-433BB530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5 / 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B9B38-CEC2-4C55-A058-7882B774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533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23BEC-E23B-4913-B1F7-3808C145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66675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80F31-584A-46D0-B987-06513A57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多集群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33C69-90C4-4872-A0CF-14A35B6B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Rancher / kubeconfig / ServiceAccount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254ED-85D2-4C11-917B-4318701E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47875"/>
            <a:ext cx="533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40731-6442-42BA-8DA6-292611C0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47875"/>
            <a:ext cx="66675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8334CC-5176-4058-A40B-17FA6E51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38375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证据优先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15B6D1-7519-4475-828C-84EB0BF8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14625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当前日志优先；必要时 previous / Events / YAML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79A91C-0AA8-4978-A8C4-636D3BAD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81375"/>
            <a:ext cx="533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268A35-86E2-4D3A-A5F9-16185DA3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81375"/>
            <a:ext cx="66675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BB2721-E812-46F0-A10F-607355F8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智能路由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30359F-2BDE-4421-A017-DC660569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证据驱动主 Skill，必要时串行组合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947DE0-B360-47B4-A0A3-20F8EBFA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81375"/>
            <a:ext cx="533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4709B8-B92C-4E6D-A0D0-BE4008F5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81375"/>
            <a:ext cx="66675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25DE3E-1539-4912-B042-8CE2D19C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71875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受控变更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E9B2ED-764C-4E68-89E1-5D4F85B5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48125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审批、最小权限、目标冻结、回滚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0AC6F2-8681-4502-B48B-89589DD3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14875"/>
            <a:ext cx="533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A3E3E5-F42B-4C4C-8045-10D3F055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14875"/>
            <a:ext cx="66675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B4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5F4240-EE8F-4CF0-904B-B712A4BF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恢复验证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715B96-E344-4825-8140-FA2DE500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新 Pod、重启、日志、Events、业务探针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3984E4-32C8-47D8-AF0D-EDEB7CDB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14875"/>
            <a:ext cx="533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BF7A2B-73DC-44E5-BAC7-12A64C5E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14875"/>
            <a:ext cx="66675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BAE675-F3C5-475C-84D3-3FD7541F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05375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成效量化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DD3A81-4B80-4DD5-BBCE-2A9BDD5E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381625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解决问题、Skill 成功率、MTTR、回滚率</a:t>
            </a:r>
          </a:p>
        </p:txBody>
      </p:sp>
    </p:spTree>
    <p:extLst>
      <p:ext uri="{BB962C8B-B14F-4D97-AF65-F5344CB8AC3E}">
        <p14:creationId xmlns:p14="http://schemas.microsoft.com/office/powerpoint/2010/main" val="29621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639C04-401B-4FDC-A84E-2D75676C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DDC93-0490-4D02-8021-B7F14D9C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E6ADF-717B-4220-859D-ECB6DA86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14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0123D-9615-4103-A53C-D8D369A6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CISRE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90EBB-D307-4AE4-8E39-2144F995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rPr>
              <a:t>REAL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AAF4D-F5D5-48DC-B991-1E1E48CA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权限类 CrashLoop：从日志根因到验证闭环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2DB76-C878-446C-A023-777AB525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8191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7A9F2-1444-40CC-A2F6-8192EE23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企业统一 SRE 平台 · 内部协作材料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2CF1F-4D5D-429C-93AE-50B1BFA9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6 / 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9F278-95E4-40CE-89E3-C81B27FE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1619250" cy="2476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E1211-C477-420B-A871-FE0FB19C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E8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6B148-0ACA-4336-8E9D-D315C1DF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479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DA907-3FBB-4823-94B5-FCDEC0B0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实时证据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35511-C9D7-41DF-9AAE-EB230477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not writable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unable to open database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D24444-631A-44CB-A4AB-05CDE186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29000"/>
            <a:ext cx="133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B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E582F5-0A41-464D-8C3C-AB995F64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3623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5B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6A266-71DC-4944-ACD6-AE7D361A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71700"/>
            <a:ext cx="1619250" cy="2476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532EAB-9B3D-40E5-B79D-F2F98500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362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3AC6F4-49F7-471B-B582-F3930183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4479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61CB35-F95A-4DAC-9B90-6BBD8249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9908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根因判断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B0771D-0774-4A8E-9E87-899406A7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50520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挂载路径可写性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UID/GID/FSGroup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158446-DC2F-4C50-AB39-C7602278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29000"/>
            <a:ext cx="133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B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2194CD-EF02-4CA2-BF1B-36D874AF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623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5B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7BCD1F-B562-443E-B421-34DB636C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71700"/>
            <a:ext cx="1619250" cy="2476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27C945-2220-43A9-9D8B-36CEA64B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7CB07B-5E24-4E4D-9490-F0BF8099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479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18B286-0D75-4137-8969-9FD32FC6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908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策略递进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4CFE45-2F81-4FD4-A048-D2268D36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0520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非 root 最小修复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失败后才升级 root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1A3A29-B845-4E58-9E4A-1DF4C494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29000"/>
            <a:ext cx="133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B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C1207C-B835-4CA9-87B4-0B245332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3623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5B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BAB3AC-A9FA-4365-AC64-74D19B93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171700"/>
            <a:ext cx="1619250" cy="2476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A26D0E-8467-48C6-97E7-50D670F6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62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0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6A329C-39DC-460E-8C7B-B3368F1B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479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1D37B9-2643-4978-BFB2-D44F8C90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908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人工审批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502E96-139A-4CD8-BB2F-32E27502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50520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展示 Patch、风险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回滚与爆炸半径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2BC88B-CAF9-45D2-80F3-1F93778C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133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B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51A70E-43AD-484C-97E3-CE837AB0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623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5B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766CA8-DD38-4194-8B64-68FE6DBB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71700"/>
            <a:ext cx="1619250" cy="2476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A7FA1F-29CF-40B0-B498-95605CC0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457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D23B82-12F4-4F6F-9778-C9D4B545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479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1022FF-CB6C-4746-BE88-63E4445C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908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真实执行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64DDA9-B311-4233-A931-1A39C272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0520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Patch Deployment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等待新 ReplicaSet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1F8195-BC28-4160-A3C5-2E22AF1D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429000"/>
            <a:ext cx="133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B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72CBCE-F685-414D-93B7-EEE073FE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3623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5B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337F56-9271-48A9-9EA1-33E03792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171700"/>
            <a:ext cx="1619250" cy="2476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7E924C-4C7F-45E8-AF58-7A3B7D44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362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8B4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3497FE-7435-4A9B-865C-9F71A4D5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4479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10E780-272D-4C84-B17A-48D8EA77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9908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恢复证明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14AC051-9A13-440F-9959-30AD2AB2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50520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新 Pod Ready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错误消失且稳定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4F778C-4A97-4148-98E2-E2820403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906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9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E8BBEB-E93F-4815-820C-51FD8959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3400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关键：变更回执只是执行证据；恢复必须跟随新 revision 的 Pod，并重新读取状态、日志和业务探针。</a:t>
            </a:r>
          </a:p>
        </p:txBody>
      </p:sp>
    </p:spTree>
    <p:extLst>
      <p:ext uri="{BB962C8B-B14F-4D97-AF65-F5344CB8AC3E}">
        <p14:creationId xmlns:p14="http://schemas.microsoft.com/office/powerpoint/2010/main" val="5159994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0DCFA9-782D-4035-9D12-F410EA5B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38339-7459-4458-BFCE-D5155095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AEE79-3A14-4D19-BF72-834C4CFD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14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5DBA8-E9AA-4348-AF86-10A35BCE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CISRE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38CB4-1DA8-4B82-B839-E9BF5084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02E67-870F-4C33-9326-CF17DD4E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体验层、插件控制面、受控执行面、事实层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D71CA-584C-4A0F-AF5C-1EED8538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8191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AE585-FCB0-463B-9C81-D4901EAC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企业统一 SRE 平台 · 内部协作材料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BFE59-4598-4C8D-A79E-8A91C654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7 / 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09202-3631-4188-9EB8-D5F8EC2A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11163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49889-35ED-4014-8598-C9790CA1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1809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E8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6FD43-3C64-44EF-984D-D9EF6A1D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体验层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1DDB9-40E0-4E01-9319-1915E104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38375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SRE Run · AI 巡检 · 拓扑影响 · Skill 库 · 插件中心 · 运维成效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EC7B5-5F3E-4F32-8A37-2817FDA1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1163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6B9FCB-56B6-4BDD-873E-89133916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809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2B9DC-344E-410C-A0CA-F64E5EA4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19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插件控制面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F6EEAF-C47B-4356-AB10-84D52F81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90875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Capability Registry · Agent Loop · Skill Router · Approval Gate · Event Store · Trace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9B90BC-0809-4E9B-8BC3-6D9DDBA2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43350"/>
            <a:ext cx="11163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143812-314E-4616-AA2B-2E57F6F5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43350"/>
            <a:ext cx="1809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0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90A665-FA9E-4A52-A12F-AB141B4C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受控执行面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A9342C-BA9E-4337-9B0B-7EBAD296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43375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Kubernetes Executor · 领域动作目录 · 同目标回读 · Recovery Verifier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1AC4DB-7E0F-43E4-AB70-E6A652E5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95850"/>
            <a:ext cx="11163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10E042-D7CC-4FF7-9555-A4493070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95850"/>
            <a:ext cx="1809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23E798-7638-4BF0-9137-C1652817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24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事实与资源层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158305-D038-4992-A8B9-3F1BFC10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95875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Rancher / kubeconfig · DB / VM / 存储 / 中间件 / 云 / 网络 Provider · Logs / Metrics / Events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83577F-BC8A-4904-9A65-78135C01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483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稳定内核只保留状态、权限、审批与完成语义；业务域插件化，存储/队列/租约通过 Port 替换。</a:t>
            </a:r>
          </a:p>
        </p:txBody>
      </p:sp>
    </p:spTree>
    <p:extLst>
      <p:ext uri="{BB962C8B-B14F-4D97-AF65-F5344CB8AC3E}">
        <p14:creationId xmlns:p14="http://schemas.microsoft.com/office/powerpoint/2010/main" val="7246244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11E84F-CA0F-4D88-8EBA-CB144F3A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7FF72-C9F0-4586-95C7-17B21438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38472-0F71-44AE-B4C2-816412BE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14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5245B-85C6-4F8B-82E8-295C5C7B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CISRE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E2830-2795-4973-BF5E-F1AF25B7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rPr>
              <a:t>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ED355-36C0-41A6-80F2-720A8CF1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为什么不直接用通用 Harness 替换 CISRE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982D7-E76F-47AB-BF30-631EC686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8191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D4BA9-3A3E-45F7-8D1C-87F76542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企业统一 SRE 平台 · 内部协作材料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25620-C632-4AF1-B4A9-A3E7EA57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8 / 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24CE8-D48B-44A4-A1AE-B9AE2EAE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33A5E-8252-498D-A007-47A896E1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89809-0F57-460F-8FA0-84E66D45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通用 Harness 擅长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8AC620-5784-4EFF-8B36-8997069D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4577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插件化 Agent 运行时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能力依赖与生命周期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事件驱动与上下文管理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开发者快速组合工具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A0019A-FFB9-42A7-A4A5-59352155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9550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A9F75B-EF1F-463E-8394-C914462E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95500"/>
            <a:ext cx="66675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D1767A-DB81-4929-8980-38DCBC65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企业 SRE 必须额外保证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88E806-5CEF-4F55-9769-8F31E619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62250"/>
            <a:ext cx="44577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模型不能直接写生产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爆炸半径与逐项审批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同目标写后回读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恢复验证、回滚与成效记录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8A3AA9-5E8C-4F02-8817-33B25B7B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52825"/>
            <a:ext cx="8001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E2675C-D017-4E12-AE27-36B8CA03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61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F1D92B-9C6D-421A-B678-3083FA69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86100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FF44CF-35DE-49D9-A196-195DAF3F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432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5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5B8A6"/>
                </a:solidFill>
                <a:latin typeface="Microsoft YaHei"/>
                <a:ea typeface="Microsoft YaHei"/>
                <a:cs typeface="Microsoft YaHei"/>
              </a:rPr>
              <a:t>借鉴与适配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D7D6E8-DB7C-4D42-9ECE-6B839D61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7429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DB1F81-3B10-420E-ADA7-6ED15493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19775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结论：采用插件内核与编排思想；生产执行权继续由 CISRE 强制治理。</a:t>
            </a:r>
          </a:p>
        </p:txBody>
      </p:sp>
    </p:spTree>
    <p:extLst>
      <p:ext uri="{BB962C8B-B14F-4D97-AF65-F5344CB8AC3E}">
        <p14:creationId xmlns:p14="http://schemas.microsoft.com/office/powerpoint/2010/main" val="11132100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079748-4D12-42B1-B22B-59E0B5EE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FEE53-429E-4E90-9443-6C4F7B71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35297-50D5-4551-9ACB-9E30D921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14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26D98-4B76-4942-9060-1078B0EC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CISRE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27EC4-DDC6-47A6-B135-53F3984A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rPr>
              <a:t>HARNESS PARITY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E1A92-D18C-4E5B-AB98-D1FCF349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已融合的 Harness 能力与 CISRE 落点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F1F96-0455-400A-BAA9-B4A6F569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8191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928DD-17AA-44D3-9CB1-965B0C8E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企业统一 SRE 平台 · 内部协作材料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5CDE0-B8E7-4D51-AFEB-2C1C6E1A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9 / 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9F23B-43CE-446D-BE12-D79D489B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69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580EA8-E685-4498-890E-16E03027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669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组合方式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503E0-AC67-459F-ABAF-8F6ADAD7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669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CISRE 生产落点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9ABDC-A8C6-44DF-842B-C42A4DCC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11163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E6C17-38C2-4441-A581-8D2F2174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11163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B243BC-D442-4031-A0B7-F88CF492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插件服务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1A6309-C39A-40A0-A259-910F968A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9557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provides / requires / scope / priority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3DCAB7-E4A5-46B2-90ED-F710D18B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955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Capability Registry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94D842-79F9-40BB-9E69-D987F027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11163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02768C-46AA-4333-8E27-71BA7AC4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48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能力模式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0110FF-7682-4B06-B2C5-5A6228F7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480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local / sandbox / production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B9D90F-9C82-49D5-9D5D-F2C54F27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480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权限策略与隔离 Provider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915ECC-2607-44F2-9019-1B7F52A7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11163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E55B67-96F1-4988-9083-1C32790A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事件驱动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C6C924-8D93-4C20-8BF1-0F37E46B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0047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observe / serial / parallel / waterfall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5E06F5-3ABD-40A6-8706-7AC8BC7F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004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Typed Session Events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FA17EF-F5C9-4408-8564-F3DA2D88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11163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5C8AC6-F86B-4F3D-AA66-A6F216CC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事件溯源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E0904B-E878-4552-892F-3FCA1285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529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replay / fork / resume / tombstone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FB4494-8527-452E-AA6A-F8AC801D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529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哈希链与审计投影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8FC675-062D-4B11-B88E-DDA38D4E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1163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84E808-688D-4E39-A407-69665496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Agent Loop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0D4974-FBE1-4E41-9855-E38417BC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0537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步骤上限、委派、上下文压缩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7870DF-0984-41FA-BEFC-A93139EC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05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模型规划但无 mutation 权限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236331-08BD-49D6-978B-A72ED9FF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11163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935F82-DD89-4FFE-8ABB-D12ADB2E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578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可观测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5623C8-EBCC-4970-9568-13A29388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578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Context / Skill / Plugin / Tool / Approval / Verify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893BD2-C346-4C65-A84C-20CF54FB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578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Agent Trace + Records</a:t>
            </a:r>
          </a:p>
        </p:txBody>
      </p:sp>
    </p:spTree>
    <p:extLst>
      <p:ext uri="{BB962C8B-B14F-4D97-AF65-F5344CB8AC3E}">
        <p14:creationId xmlns:p14="http://schemas.microsoft.com/office/powerpoint/2010/main" val="11344261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324B1D-06C9-431D-8A19-E8E7AE35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737B0-68D7-4591-9FF1-CD7323EE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B1CF7-040A-4216-96C4-960F9307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14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79CAE-B171-4F8B-82FA-3F5F831C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CISRE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91B8C-ED69-44EB-A800-CD5C267A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rPr>
              <a:t>PLUGIN CONTRACT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47AD9-88FC-4759-9982-3DE8E8F0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每个插件都是可发现、可组合、可治理的服务提供者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6D24B-73BC-4DAA-94B0-884325A7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8191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2BFDD-65DD-4219-BD55-16C7AD21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企业统一 SRE 平台 · 内部协作材料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91C62-4A1F-4853-974E-86F5663F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10 / 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EF4FE-CEB6-4B54-A6CC-E0ADC6BB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12565-01EF-4E91-87F2-60F33553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6675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4A3E12-1296-44E0-8EB1-D929D42C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插件声明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2ED69-1500-43A5-9951-397F6B5F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6479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ID / SemVer / Owner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Provides / Requires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Events / Scope / Priority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Permissions / Runtime Mode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2E4A13-E7A6-4225-AFA2-574C017C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C48B1-8EE5-47E6-9FCF-6CCB77DC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66675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E9DBB5-835A-4D7A-9D87-1B9C9CB8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812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运行时自动处理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03E174-A1E1-424D-98EE-EA029967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57500"/>
            <a:ext cx="26479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依赖解析与启动顺序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Provider 选择与作用域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加载 / 卸载 / 热重载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审计与资源释放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217B00-3D42-41FB-A477-6C8D7E0C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7DCEAB-8E7A-4119-A2C3-D118C3D4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66675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7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A5D382-B20C-4A9D-A458-EAB19750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812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安全边界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816FBA-C247-4C67-BE71-46F68D28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26479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凭据只用 Secret 引用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只读 Provider 默认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真实动作进入审批执行链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失败与超时 fail-closed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647362-BDD0-412A-A2F6-00A2B46B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43300"/>
            <a:ext cx="3238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8E9556-EA0C-45AC-BCE7-0B6FCC95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766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249C13-026E-409F-AEDE-600CC5DE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43300"/>
            <a:ext cx="3238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EAD4B2-7999-4506-A90F-3E175DE4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766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5894C4-9090-4AD3-959C-9E7B3040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8763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56054D-B3AC-4296-8790-B68C857D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816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其他团队新增能力时只交付插件和 Skill；核心无需增加厂商分支。</a:t>
            </a:r>
          </a:p>
        </p:txBody>
      </p:sp>
    </p:spTree>
    <p:extLst>
      <p:ext uri="{BB962C8B-B14F-4D97-AF65-F5344CB8AC3E}">
        <p14:creationId xmlns:p14="http://schemas.microsoft.com/office/powerpoint/2010/main" val="20640056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28F7CD-09A5-4EAE-8201-843BD482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C7729-7DF7-4129-9D99-419E7146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467F9-E622-4CDF-A610-F53A5023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14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84AA2-6C36-4DEC-B2BB-AB00BE4E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CISRE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B21B3-AA43-4063-BD3B-0B81941F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rPr>
              <a:t>PLUGIN CENTER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BF608-658C-462A-B901-BA20152B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前端即可理解、创建、校验和追踪插件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7F53A-C264-4B0D-A597-700BF6A4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8191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662A9-0B78-44E5-97BB-EC30F0BE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企业统一 SRE 平台 · 内部协作材料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8D172-FEB5-4E10-BAB0-ACBA22A8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11 / 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57C45-D0AF-446A-A4E7-FD0CBDCA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111633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60ED9-A2E5-4612-B3DC-82EC10FA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2857500" cy="300037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704C8-90E8-411A-92BA-F27DF194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插件详情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8656E-D2FB-4A67-B429-559E61D7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7182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8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1651A-26AE-4554-8C95-B0426287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95625"/>
            <a:ext cx="2152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什么情况下会调用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C17069-26BC-46D6-BE7C-469723D4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997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8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F6E27A-F8C3-4B20-A0AB-09861352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33775"/>
            <a:ext cx="2152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提供 / 依赖哪些服务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849C5-4059-4B00-83E3-26D316DA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8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B9037-2628-49FD-A6B8-4D4A4180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71925"/>
            <a:ext cx="2152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安全边界与权限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77D993-328E-4829-9663-4F908F02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8627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8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1DE283-9664-45CC-8020-38D77D02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0075"/>
            <a:ext cx="2152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最近调用与成功率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18BB2D-09D6-4994-B6DD-98F2E255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33625"/>
            <a:ext cx="342900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3D981B-4967-4794-9AE7-246FFEC2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5717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可视化新建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75ACD2-5E50-418B-8FE4-13DEE9EB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7182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E5BE61-B066-4EE8-9540-4CD956A5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095625"/>
            <a:ext cx="2628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选择 DB / VM / 存储 / 网络模板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20627D-145D-4360-88D8-F31B1F1C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0997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7EFF4A-3EA1-4DE5-8972-46BBF136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533775"/>
            <a:ext cx="2628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填写服务与事件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7B46BA-8E33-4BE5-92B5-02C0524B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4812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44684F-4621-4D56-AB40-2872BAFA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971925"/>
            <a:ext cx="2628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实时预览调用条件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83978D-4203-4C46-9A53-B79E3AC0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8627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E2345E-F7DA-4D8C-A14F-C190E7B3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410075"/>
            <a:ext cx="2628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生成并校验 Manifest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2C40F0-DBE1-4579-A765-58E8B244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33625"/>
            <a:ext cx="381000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6F9AAA-1236-49D3-8E9D-E3AAD796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LLM 辅助开发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6E3A2E-FAA9-48E9-97E6-9B8A6C07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4325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C7D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7E8"/>
                </a:solidFill>
                <a:latin typeface="Microsoft YaHei"/>
                <a:ea typeface="Microsoft YaHei"/>
                <a:cs typeface="Microsoft YaHei"/>
              </a:rPr>
              <a:t>描述目标 → 生成插件草案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C7D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7E8"/>
                </a:solidFill>
                <a:latin typeface="Microsoft YaHei"/>
                <a:ea typeface="Microsoft YaHei"/>
                <a:cs typeface="Microsoft YaHei"/>
              </a:rPr>
              <a:t>→ Schema / 权限检查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C7D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7E8"/>
                </a:solidFill>
                <a:latin typeface="Microsoft YaHei"/>
                <a:ea typeface="Microsoft YaHei"/>
                <a:cs typeface="Microsoft YaHei"/>
              </a:rPr>
              <a:t>→ 人工调整 Agent Loop / 编排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C7D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7E8"/>
                </a:solidFill>
                <a:latin typeface="Microsoft YaHei"/>
                <a:ea typeface="Microsoft YaHei"/>
                <a:cs typeface="Microsoft YaHei"/>
              </a:rPr>
              <a:t>→ 安装或热重载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5E2D49-20B0-4DDB-9154-94CD779A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6250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3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C9FB90-5ADD-4AC4-AD80-B94B76F9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196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83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3E5EF"/>
                </a:solidFill>
                <a:latin typeface="Microsoft YaHei"/>
                <a:ea typeface="Microsoft YaHei"/>
                <a:cs typeface="Microsoft YaHei"/>
              </a:rPr>
              <a:t>不会自动获得凭据或执行权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E9053E-69AD-46AE-B5A4-9277A81B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57875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Plugin Workbench</a:t>
            </a:r>
          </a:p>
        </p:txBody>
      </p:sp>
    </p:spTree>
    <p:extLst>
      <p:ext uri="{BB962C8B-B14F-4D97-AF65-F5344CB8AC3E}">
        <p14:creationId xmlns:p14="http://schemas.microsoft.com/office/powerpoint/2010/main" val="13815930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B8D33D1-8F62-4526-BF0F-CB63652F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82B0C-8621-409B-827C-4EA34BBE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832F8-BD4E-4330-8025-242982C4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14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9C8AD-C4D2-4CC3-AD81-42D67777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CISRE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1EA39-D969-44A8-9F58-A67278DD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rPr>
              <a:t>AGENT 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9E1345-104E-46AC-9502-F3E7F4E4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把上下文、Skill、插件、工具与验证放在同一时间线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96AA8-3B75-4A2C-AFB0-062FF568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8191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A1048-1DCD-4783-8B97-51E2F3CA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企业统一 SRE 平台 · 内部协作材料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B31BB-B5F2-477A-A787-9C3E0DB1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12 / 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36991-DA24-42BD-811A-1FADEAC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11239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8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69E1B-7809-493D-A754-278DE6D5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860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F68D2-C359-4B66-8B6F-46B9BA37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581275"/>
            <a:ext cx="952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B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E6513-7E3D-4D63-B49C-C1796EFD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5146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4B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20FF20-39A9-42D7-AE41-758E24EB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33625"/>
            <a:ext cx="11239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19563-F177-47A4-8DF7-5BE69591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860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Think 摘要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85312-F953-4E01-A987-50B278C6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581275"/>
            <a:ext cx="952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B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B1BC93-12FE-41B7-A73E-3830FCDB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5146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4B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8D6345-6E4D-4C2A-9A41-840E2BA6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33625"/>
            <a:ext cx="11239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604D32-7481-42FD-BB0B-46F6EA2C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860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81C442-1F84-4942-B28B-229DAA81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952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B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F9FDC3-B3FC-4F96-ADE4-7B222ED6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5146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4B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464706-18ED-46F0-94FB-599A6911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33625"/>
            <a:ext cx="11239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8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E42970-A482-47D3-BB9A-FC2279D7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860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Plugin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1CBE72-13DF-4B38-A350-1038FB3A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581275"/>
            <a:ext cx="952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B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922F31-CD1E-4F98-870D-2E5DD28D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5146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4B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0EE98D-B976-4A43-AABB-E54396DD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33625"/>
            <a:ext cx="11239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0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82D0E0-DDC7-41BB-8F2B-29ABA28F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860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92B103-C4B8-4C57-9F5E-DC5096E8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581275"/>
            <a:ext cx="952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B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684117-A421-4B94-8682-DC7B9CD6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5146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4B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86D889-6A57-49F8-94FE-123C859A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33625"/>
            <a:ext cx="11239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57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BAD180-285F-4325-8435-F0DA286D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860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Approval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909EF6-CF10-4482-8835-34FF6ED9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81275"/>
            <a:ext cx="952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B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F6A7C1-7729-4C35-9DE4-2F933671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5146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4B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4C8CB5-5E59-4C15-895F-47A5FF1C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11239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57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26BCA1-2A47-4979-A67F-7E2227EB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860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Change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62AA84-0160-4BA3-82BF-A19BD0BD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581275"/>
            <a:ext cx="952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B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F48989-02BE-4F17-A3BD-0CBC335D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5146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4B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6A1693-DB88-455A-92E9-8F7D414A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333625"/>
            <a:ext cx="11239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8B4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49BEE6-2E26-4817-8D50-C819DD05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4860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Verify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E13125-7608-46C3-ADFD-2683AE7D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533400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A45986-C324-4237-A080-6ED7DD56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事件溯源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DB976A-B68E-4AE8-A7AB-0A5D7A3F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8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AB406B-21A0-45E0-8E8E-91FD7EB5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4438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追加写入 + 脱敏 + 哈希串联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8A9D6A-638D-4AFF-9D78-CCFCEC4A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8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026E00-C3A2-41EF-BF95-01194B9A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4438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回放 / 恢复 / 创建分支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1039C4-C305-44B3-905D-3C3766B4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8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431C1F-F936-4CD6-8734-1F708470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00600"/>
            <a:ext cx="4438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叶子分支支持审计墓碑删除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91BBA5-8B34-4BDE-AAAD-97F1D3A1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38500"/>
            <a:ext cx="533400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5FEDB9-0157-4D79-8EFC-B691D840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766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隐私与调试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822877-8DA8-4831-A02A-A1664ECF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7670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939C5A-4745-4D61-BB05-A0A2091F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00500"/>
            <a:ext cx="4438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展示结构化决策摘要，不展示私有思维链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B1F938-C9D2-4D29-B86E-197CA492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767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DA136F-70D0-47FE-B8E1-CC72C683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00550"/>
            <a:ext cx="4438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定位具体 Skill / Plugin / Tool / Model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5E96F7-B427-4A4E-B987-883ED70B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7680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81F56DF-5134-44AC-915C-F732DF9E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00600"/>
            <a:ext cx="4438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支持按任务复盘失败方案与换路依据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6D6B9B6-E3BD-454E-A847-6EC4526A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每次实际调用才计数；候选匹配和页面刷新不计入 Skill 调用。</a:t>
            </a:r>
          </a:p>
        </p:txBody>
      </p:sp>
    </p:spTree>
    <p:extLst>
      <p:ext uri="{BB962C8B-B14F-4D97-AF65-F5344CB8AC3E}">
        <p14:creationId xmlns:p14="http://schemas.microsoft.com/office/powerpoint/2010/main" val="8526249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CED40B-1FA1-4CF1-8D3C-3781FD36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E095F-FC09-4089-8118-CBA7B9D7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30325-5841-4D75-8908-836B1584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14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884CA-B9B2-4CB4-B8F0-0795D225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CISRE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34A13-CDA9-415C-A7EC-5CF8938C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rPr>
              <a:t>TEAM DEVELOPMENT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A2F11-FCF3-46F3-8F83-98B3BF2D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数据库、VM、存储团队如何接入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1464F-5328-4CDC-8D5B-2D9008A0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8191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8334D-B4AF-4DAE-B670-1C782014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企业统一 SRE 平台 · 内部协作材料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50931-6DAD-4AE2-8F44-CDE55EB1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13 / 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85C7E-830E-46C3-BC39-F76A8307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34290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8F4F6-2B67-4103-8349-97B6EBCE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66675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3C012-2043-469F-907A-4950EECB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C5F4B2-3EC9-481E-AEC8-AADC0C4A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66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定义合同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045B14-634A-4EC6-8246-2FF5BBCF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资源 / 证据 / 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C084E8-B693-4B0E-AF8C-E3B7FBC4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76450"/>
            <a:ext cx="34290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7E979C-D742-4974-A544-F65B9C45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76450"/>
            <a:ext cx="66675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DE1754-6877-4F3C-B40D-8D1856E7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669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B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B8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BD5E7A-2F03-412E-9DFB-A13967BC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66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只读 Provider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E75749-01A2-462C-ABB8-C04EC5A7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4320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discover / collect / 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300AE1-0C79-4826-AFB4-1D35C373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76450"/>
            <a:ext cx="34290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8BCE9C-8484-47C2-8181-E6269D7D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76450"/>
            <a:ext cx="66675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4E51F4-86D1-4526-B4D7-47C8B6FC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5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B8A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4E2F11-8CC1-4695-B6A8-BFE03E87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66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编写 Skill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12C941-39B2-474E-B002-5A0F2F17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4320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触发 / 根因 / 回滚 / 成功判据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59BBE3-7C3B-4849-8A58-D9554C0C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86200"/>
            <a:ext cx="34290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33B00E-C60A-433F-B785-4E56C380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86200"/>
            <a:ext cx="66675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955617-BE7E-40A5-90B5-3210D844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A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0A43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956273-A4ED-4A3A-98BF-A5B0B5FA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76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登记动作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309C6B-7F70-4574-80C7-3FC1750C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类型化参数，禁止任意命令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C9D00A-FB8A-494D-8CF8-EDB3E06A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86200"/>
            <a:ext cx="34290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0A832A-0D96-467E-85A1-14AF9D0A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86200"/>
            <a:ext cx="66675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7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35DD3A-4D16-4D5D-8885-6A87DB13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767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E4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4575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8C9251-9C7C-4F71-AC11-8450D756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76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闭环测试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1DA311-6372-48AC-92A6-CE726260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5295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失败、超时、权限拒绝、恢复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04C7E5-485A-4423-8414-A0E6DA58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86200"/>
            <a:ext cx="34290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18E267-4F0A-4D1B-87DD-E72BBB1B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86200"/>
            <a:ext cx="66675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B4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49C9D8-5C34-45B8-BA8C-C52AE42C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767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8B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8B48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2F2E8E-A622-4BA5-B0A4-CB2731B4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76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MR 合并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E7B0B4-3FA6-4B3E-9B44-64F8D255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5295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兼容、权限、证据与文档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E3A7FF-2C69-4C30-A366-91D0BA9F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29300"/>
            <a:ext cx="8001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2CA5A7-21BC-4B4F-8240-243CD66F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9245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验收标准统一：真实问题恢复并通过稳定窗口，才能计入平台成效。</a:t>
            </a:r>
          </a:p>
        </p:txBody>
      </p:sp>
    </p:spTree>
    <p:extLst>
      <p:ext uri="{BB962C8B-B14F-4D97-AF65-F5344CB8AC3E}">
        <p14:creationId xmlns:p14="http://schemas.microsoft.com/office/powerpoint/2010/main" val="16730288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9E35B5-09C3-4BCB-A3B7-176D719F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4738F-E559-4467-909F-1F63F8CC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830BB-E38F-4AFA-AB42-F4C7A22C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14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4EE0E-A098-4F1E-9776-BA9E630D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CISRE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E1F54-3100-49FD-958F-C2D8223F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rPr>
              <a:t>FULL STACK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6CECD-32EB-48E8-9231-04314FB2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统一合同覆盖不同基础设施，领域逻辑由插件维护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35A17-2B1D-42B0-B3CC-ABF92385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8191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074EE-83E2-4467-8193-5818622F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企业统一 SRE 平台 · 内部协作材料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D43CD-DB90-424F-AFB8-84BCBD6D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14 / 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3D359-C535-4B17-B076-B7F9BCD0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11163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4B01B-D0F8-44EB-BC59-401ECCD3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952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36C35-BA05-445A-AB9B-6CFA648F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Kubernetes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94EBD-6B47-4941-B6C7-DA1D8E61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02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Pod / Workload / PVC / 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F659D2-1C51-4BF5-9CC4-90C25D76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00275"/>
            <a:ext cx="433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Ready、日志、Events、业务探针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4FC82-2321-442B-85AC-CCD71888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11163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53B25-BC84-4ED4-9094-D08EE20D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952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4BE7B2-0C03-4678-991B-1ED3A321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9DE297-CDFC-4E90-9986-EE4F0864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384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连接、锁、复制、容量、备份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4C974-F80C-46DF-A01F-B80F3B8E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38450"/>
            <a:ext cx="433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阻塞解除、复制恢复、读写探针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3EC083-BB81-49BB-8EEA-FC146490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24225"/>
            <a:ext cx="11163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166D2C-24F1-4C86-83B5-6BDDAAFF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24225"/>
            <a:ext cx="952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851E44-661C-4BE4-9DA5-B1EAD46C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VM / 主机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D8BC20-50A9-4F4D-903F-B72196EC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766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CPU、内存、磁盘、服务、网络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BA7D17-C07A-4FC3-AD93-1A45A58F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76625"/>
            <a:ext cx="433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服务 active、压力解除、端口探针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10CAC7-9567-4ECD-AC8E-7206480B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11163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8A4405-2D14-4ED3-AF86-4A46D1AD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952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118DF8-3CAA-4D73-8E67-808549B6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存储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415492-2E7B-48A9-989E-F6A2E76E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148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池、卷、路径、容量、时延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6A82FA-7C42-4E58-916A-583B496F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14800"/>
            <a:ext cx="433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路径在线、容量安全、消费端挂载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7939CD-D514-4C9A-A48E-14A05458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00575"/>
            <a:ext cx="11163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975D81-95AC-47D4-927A-D806A3D4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00575"/>
            <a:ext cx="952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7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3AEFC3-1F02-4512-A0E2-0F435045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529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中间件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D445AA-1245-4654-BB0A-8A36DCF7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529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健康、积压、客户端、容量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CC3DE9-5630-4099-B9DC-DD5FC901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52975"/>
            <a:ext cx="433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集群健康、积压回落、业务探针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A4C52C-637C-4967-8AA8-EE1A0C6D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163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EAE78E-E5AE-4345-A59C-41CDB679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952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B4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B779BD-D3E6-4CFD-926B-6ACD3159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云资源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5CADCD-68D3-46E7-BFF7-025D5271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911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状态、配额、云服务、监控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B370E0-E441-4D5E-9CA5-008F81B6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391150"/>
            <a:ext cx="433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资源健康、配额安全、业务连通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4422E0-9A9B-4899-9A4C-9979D34A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76925"/>
            <a:ext cx="11163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05666C-7626-42B2-83CA-E4B810A2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76925"/>
            <a:ext cx="952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E6694C-3299-49B1-952C-8C669A14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293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网络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B38980-C225-40BE-A627-486AF193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0293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拓扑、链路、路由、DNS、LB、ACL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FCE4AC-10BD-4852-9E24-226A4067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029325"/>
            <a:ext cx="433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路径可达、策略命中、链路与业务恢复</a:t>
            </a:r>
          </a:p>
        </p:txBody>
      </p:sp>
    </p:spTree>
    <p:extLst>
      <p:ext uri="{BB962C8B-B14F-4D97-AF65-F5344CB8AC3E}">
        <p14:creationId xmlns:p14="http://schemas.microsoft.com/office/powerpoint/2010/main" val="14988226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3F9FB9-C3E7-4254-BF7F-4247D8F1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0A6B4-E0D8-4EE5-9A65-FFA35E33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33781-48B9-4004-85A8-80AD8EFE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14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A8D10-6A1D-4826-937F-6505FEEC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CISRE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4EF2D-300B-43DA-B1A2-AF89E614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rPr>
              <a:t>GOVERNANCE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BD66A-A064-4FBA-A112-AE468D1B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模型、插件和执行器都必须通过生产门禁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24779-EB10-4A5E-AADB-0337FDEE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8191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CF34E-718A-469E-A3A7-52B85F6C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企业统一 SRE 平台 · 内部协作材料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4D445-0EF3-4CA3-9048-AE0F0D98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15 / 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B6436-81D7-46BD-81FA-51B72F9F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5334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21717B-0DE6-4398-8FB5-C1709C1D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525F0-BAC9-4988-9BF6-71FBC2F1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证据合同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4D16F-E469-4B01-841A-7EC13CAE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数据新鲜度与根因反证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4C387-5CCC-4845-ACFD-1516B953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38350"/>
            <a:ext cx="5334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23768-3D03-4DB6-95BA-5FDD4A3F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3835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2F561B-0990-4820-8E90-E8622877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28850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爆炸半径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B4E867-2102-459C-B7B8-F62E75D9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051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资源范围、依赖、SLO、批次上限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4AC78B-43C7-465B-8F46-21EBD55E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43275"/>
            <a:ext cx="5334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F86D36-A7EF-4F7B-A9DD-A8DB34C6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43275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EECCED-83A3-466E-9E72-2241055A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策略门禁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E6C078-B41D-4FB1-82A4-4A659428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动作白名单、最小权限、目标冻结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239000-3209-486B-B06D-0011B53E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43275"/>
            <a:ext cx="5334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9A2B6F-67A0-4BE4-9999-94355CB9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43275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DE6058-326B-4241-BCB0-6085B41F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33775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人工审批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910056-72AE-4BD1-A49D-B82F5589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10025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展示差异、风险、回滚和验证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FC9647-86C5-488A-9B1D-510D4A15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5334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EAE67E-DAFB-4347-9C99-F94E1CDB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7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44C714-5306-4B9D-9608-5222F05C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写后回读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2194C5-9CEC-4858-98E7-50C0C779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同通道、同 UID、generation 前进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C4A844-9684-494F-9771-8F26DB64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48200"/>
            <a:ext cx="5334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D0C444-6CCE-4B45-A39C-9BC7EEBB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4820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B4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24672B-59A2-4941-BF2B-B8E925C2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38700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恢复验证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E3ED4E-902F-4C70-9E48-838C022C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31495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真实新状态 + 稳定窗口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895931-E054-497A-A64E-A9672B06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53125"/>
            <a:ext cx="93345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7401F3-3ED4-45F0-8394-883BEB0E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E4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45756"/>
                </a:solidFill>
                <a:latin typeface="Microsoft YaHei"/>
                <a:ea typeface="Microsoft YaHei"/>
                <a:cs typeface="Microsoft YaHei"/>
              </a:rPr>
              <a:t>红线：外置插件不能读取 Secret、直接 mutation、执行任意 Bash/SQL，或绕过审批与 Verifier。</a:t>
            </a:r>
          </a:p>
        </p:txBody>
      </p:sp>
    </p:spTree>
    <p:extLst>
      <p:ext uri="{BB962C8B-B14F-4D97-AF65-F5344CB8AC3E}">
        <p14:creationId xmlns:p14="http://schemas.microsoft.com/office/powerpoint/2010/main" val="21085689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1B754B-C49B-43C2-9327-F49CCEB1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5526B-3BE0-412F-925E-AC417B58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1033A-E0AD-46E5-965C-F912B25B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14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E5410-02D0-407C-A2B9-0403A92C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CISRE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E21C8-1B0F-4634-A6B3-6EF86AB2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rPr>
              <a:t>EFFECTIVENESS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6172A-3F5A-48C5-A888-EDE2A1F1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用实际解决问题，而不是模型调用次数衡量价值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413C0-D919-41FD-B08C-EB428063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8191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9AA2E-C26F-4EA6-ABF9-3FAB0534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企业统一 SRE 平台 · 内部协作材料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C9BCB-1DC5-465B-BBEF-9FC74462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16 / 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1F8D7D-0D32-454D-99A1-EE5DF083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3429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60489B-8FCE-4AAA-AB35-B8009513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1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B4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84CF5-FE58-45DD-B59C-717E6685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已验证恢复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3C6E6-248E-4078-9A29-C814DA79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908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Problems resolved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98B81B-9E6A-43E7-8175-12FABCD1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3429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3CE8F-B3EC-442B-8DD0-B6CCAAC4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43150"/>
            <a:ext cx="11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F4439A-A437-448A-925B-D69B9D26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336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恢复成功率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8143EA-0678-4AC0-8E7C-A1B6A74B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908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Verified / attempted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4C8602-EE75-459B-B112-56E6C31C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3429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54449A-8AD0-467E-97C5-F75C055A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43150"/>
            <a:ext cx="11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36C822-7C41-47CB-8B03-71D252A5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336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平均恢复时长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FC3062-63D3-466B-84D8-0CFD6AA2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908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MTTR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D66313-BC78-44F8-AFF3-9BFE5F79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3429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9F3080-4206-4ADF-B518-AA3E61FB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11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AFA1DC-FFEA-41F1-A39F-6B65A164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528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Skill 有效率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4AD631-FDDD-4FBC-8522-615A1E5D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00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调用 / 成功 / 解决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E18874-31B1-48BB-A2D7-C025982F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3429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761908-D9B7-4860-919B-2F9DD74E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62400"/>
            <a:ext cx="11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153FB6-0062-4C90-8C00-907A9854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528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人工审批时延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43D59A-C5B1-4845-9551-1658DFB2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100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Approval latency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601DA2-341C-497D-9036-117BA18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14750"/>
            <a:ext cx="3429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F0C5C0-1BBD-42BC-BD74-C0C6BED1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62400"/>
            <a:ext cx="11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7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3D389E-EB1F-4DED-8FEF-E5B82346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528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回滚与复发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AD7D63-B353-4DB4-AD72-413B2788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100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Rollback / recurrence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5B9A54-8AA5-4D2B-8621-B7543354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72125"/>
            <a:ext cx="8763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1B26F2-6BCD-40A6-9329-45D7D600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24525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点击一条成效记录，应能展开：根因 → Skill → 审批 → 变更 → 回读 → 恢复证据。</a:t>
            </a:r>
          </a:p>
        </p:txBody>
      </p:sp>
    </p:spTree>
    <p:extLst>
      <p:ext uri="{BB962C8B-B14F-4D97-AF65-F5344CB8AC3E}">
        <p14:creationId xmlns:p14="http://schemas.microsoft.com/office/powerpoint/2010/main" val="3086135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53A956-7CB4-4A29-A1AB-38E43C62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61E62-C9F4-4A24-B35E-038E4B6B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B9A5E-5A93-42E2-8DFA-A092A8DE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14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1912D-9B77-4479-AB02-F799D59F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CISRE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1B55C-05E7-4BA8-9754-52FA1815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rPr>
              <a:t>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FF892-89E5-42E3-94FC-28D1D1C9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Kubernetes 稳态 → 领域插件 → 规模治理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77450-4956-4228-8AB8-B08DF0F5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8191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895DD-B406-464A-AC39-A51D0221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企业统一 SRE 平台 · 内部协作材料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3A185-B532-4F53-AF95-C0F069B3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17 / 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89FE4-4C54-4037-82AF-6DE35DA3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000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E86DE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BBF0C-0C3D-43CF-86D0-9AB8A9ED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E86DE"/>
                </a:solidFill>
                <a:latin typeface="Microsoft YaHei"/>
                <a:ea typeface="Microsoft YaHei"/>
                <a:cs typeface="Microsoft YaHei"/>
              </a:rPr>
              <a:t>当前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5FB4C4-B969-483E-8ABF-4BA46EEF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D4BF3A-2346-4122-A9A0-9118F108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2476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2652B0-A50B-461B-89E5-4EDA2180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冻结稳定内核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97752-7D37-47CB-BBE2-B474F9F0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2019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K8s 闭环稳态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Kernel Port v1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审批与完成语义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合同测试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198F9C-F76B-43D0-820B-0DAA6116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971925"/>
            <a:ext cx="1905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B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9D33FE-5888-44D7-A337-9DA30968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9052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DB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C529EC-A3BD-4764-A44B-0EDE4B80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95500"/>
            <a:ext cx="1000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B8D9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FF517F-8675-4F14-BB68-A748B3E1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5265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0B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B8D9"/>
                </a:solidFill>
                <a:latin typeface="Microsoft YaHei"/>
                <a:ea typeface="Microsoft YaHei"/>
                <a:cs typeface="Microsoft YaHei"/>
              </a:rPr>
              <a:t>1–2 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ED1A60-9668-461A-BADA-981A0598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571750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EB77BE-A7C8-4324-95CB-25F23D5E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571750"/>
            <a:ext cx="2476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79E119-D689-4501-9C57-C869AF7E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914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领域插件化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B7C036-396C-42F2-B119-17D30963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24250"/>
            <a:ext cx="2019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DB / VM / 存储 / 中间件 / 网络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每组 1 个插件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每组 3 个 Skill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核心零改动验收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CC4256-F041-444D-B19C-0B2844F8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71925"/>
            <a:ext cx="1905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B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84F184-D499-4E90-9E6D-5C81AF3F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052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DB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8F73B9-9D35-4C0D-B15C-896C481F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1000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5B8A6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DB8B16-5143-4DD3-8B03-4E5AF620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5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5B8A6"/>
                </a:solidFill>
                <a:latin typeface="Microsoft YaHei"/>
                <a:ea typeface="Microsoft YaHei"/>
                <a:cs typeface="Microsoft YaHei"/>
              </a:rPr>
              <a:t>2–4 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4A6045-AF9D-4BC9-B9CE-B057F9E0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F8C1B7-3CE7-4F28-9F34-6F1B5A71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2476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948DD3-BFF8-4AB0-A9E8-08FA117E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横向规模化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7CB409-78A5-444C-8BCF-90288728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24250"/>
            <a:ext cx="2019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事务事件存储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分布式租约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持久任务队列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无状态 API / Worker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A211D0-A384-4D5F-9EF6-B7423184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971925"/>
            <a:ext cx="1905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B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AE2738-BB7F-4827-9E06-58757513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052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DB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59B964-3481-416A-8C84-356F4985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95500"/>
            <a:ext cx="1000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8B487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3A6099-2D67-4636-8530-168881A9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5265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8B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8B487"/>
                </a:solidFill>
                <a:latin typeface="Microsoft YaHei"/>
                <a:ea typeface="Microsoft YaHei"/>
                <a:cs typeface="Microsoft YaHei"/>
              </a:rPr>
              <a:t>持续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FFEE81-8703-4036-95E3-35C26680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71750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312D75-02D1-44EE-BF37-6D7EE7C9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71750"/>
            <a:ext cx="2476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B4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73D5BC-7A0E-444F-B9DE-780D30A3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914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效果优化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3A7E2D-127E-4561-B495-9A5586CE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524250"/>
            <a:ext cx="2019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Skill 排名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离线评测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合规报表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7F"/>
                </a:solidFill>
                <a:latin typeface="Microsoft YaHei"/>
                <a:ea typeface="Microsoft YaHei"/>
                <a:cs typeface="Microsoft YaHei"/>
              </a:rPr>
              <a:t>成本治理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55AACE-F115-4FDB-82CB-42F718D0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293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D"/>
                </a:solidFill>
                <a:latin typeface="Microsoft YaHei"/>
                <a:ea typeface="Microsoft YaHei"/>
                <a:cs typeface="Microsoft YaHei"/>
              </a:rPr>
              <a:t>每个阶段都用真实恢复证据作为退出标准，不以功能数量冒充平台价值。</a:t>
            </a:r>
          </a:p>
        </p:txBody>
      </p:sp>
    </p:spTree>
    <p:extLst>
      <p:ext uri="{BB962C8B-B14F-4D97-AF65-F5344CB8AC3E}">
        <p14:creationId xmlns:p14="http://schemas.microsoft.com/office/powerpoint/2010/main" val="513646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AA9E5C-0EF4-4539-AE2B-6AB0417F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5AEFF-7648-42D3-BAA9-F2EE7571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E8813-9928-47AE-93E0-4557FB7B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14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1EB18-0932-42A6-BA01-6CAA18BA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CISRE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E46B6-5546-42A2-8D27-5ACEB5CD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B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B8D9"/>
                </a:solidFill>
                <a:latin typeface="Microsoft YaHei"/>
                <a:ea typeface="Microsoft YaHei"/>
                <a:cs typeface="Microsoft YaHei"/>
              </a:rPr>
              <a:t>共建请求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7551B-A5E3-4CC2-915B-905FCA8A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971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把分散在各团队的运维经验，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沉淀成可复用、可验证的 CISRE 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32FC3-40BE-4825-A231-51D75091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E355D"/>
          </a:solidFill>
          <a:ln xmlns:a="http://schemas.openxmlformats.org/drawingml/2006/main" w="9525">
            <a:solidFill>
              <a:srgbClr val="1C52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6855A-D616-4F69-9101-E286A056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B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B8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F895B-16B5-4B64-B00C-B928B1E7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002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指定插件 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5FC6B-F662-41EF-BF80-F0D17FF5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481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B8C9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9DC"/>
                </a:solidFill>
                <a:latin typeface="Microsoft YaHei"/>
                <a:ea typeface="Microsoft YaHei"/>
                <a:cs typeface="Microsoft YaHei"/>
              </a:rPr>
              <a:t>负责领域合同、版本与兼容性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1CC34-6AD0-4CB1-ABD6-AA627F9D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E355D"/>
          </a:solidFill>
          <a:ln xmlns:a="http://schemas.openxmlformats.org/drawingml/2006/main" w="9525">
            <a:solidFill>
              <a:srgbClr val="1C52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BD0F1-E234-4DC1-A0E7-5EC9F858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623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B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B8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02965-B4FE-4240-848C-8C33173A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1002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 Provider + Skill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AA476-C293-44FF-B4BE-7C41D1EF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481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B8C9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9DC"/>
                </a:solidFill>
                <a:latin typeface="Microsoft YaHei"/>
                <a:ea typeface="Microsoft YaHei"/>
                <a:cs typeface="Microsoft YaHei"/>
              </a:rPr>
              <a:t>不修改核心，按模板独立迭代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101A52-8545-4CA1-B968-359E4D8A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E355D"/>
          </a:solidFill>
          <a:ln xmlns:a="http://schemas.openxmlformats.org/drawingml/2006/main" w="9525">
            <a:solidFill>
              <a:srgbClr val="1C527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6FF467-5AF1-4CAE-84C2-938C18A6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623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B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B8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A77DCE-3FF2-4C5E-A060-B98B2496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1002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用真实故障验收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FEE3C3-51B3-49BA-9EB4-C8671108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481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B8C9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9DC"/>
                </a:solidFill>
                <a:latin typeface="Microsoft YaHei"/>
                <a:ea typeface="Microsoft YaHei"/>
                <a:cs typeface="Microsoft YaHei"/>
              </a:rPr>
              <a:t>恢复成功才计入共同成效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F2C7B-5292-4099-B65F-0EB1F456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CISRE：让基础设施自解释、可安全自愈、可证明恢复。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878E73-97CB-49F6-B24E-761E2506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B8C9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8C9DC"/>
                </a:solidFill>
                <a:latin typeface="Microsoft YaHei"/>
                <a:ea typeface="Microsoft YaHei"/>
                <a:cs typeface="Microsoft YaHei"/>
              </a:rPr>
              <a:t>企业统一 SRE 平台 · 内部协作材料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29415C-C3B8-498D-8536-82C8AF5C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B8C9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8C9DC"/>
                </a:solidFill>
                <a:latin typeface="Microsoft YaHei"/>
                <a:ea typeface="Microsoft YaHei"/>
                <a:cs typeface="Microsoft YaHei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3570790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2026-08-14T08:40:35.2800000Z</dcterms:created>
  <dcterms:modified xsi:type="dcterms:W3CDTF">2026-08-14T08:40:35.2800000Z</dcterms:modified>
</coreProperties>
</file>